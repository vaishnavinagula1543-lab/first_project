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BB284-A1ED-4C0A-850A-399DD1511539}" v="95" dt="2026-03-25T18:00:39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tha Nagula" userId="d277bf1397920dc6" providerId="LiveId" clId="{9516613B-9D5F-40FF-9AA6-47BCD2A4F145}"/>
    <pc:docChg chg="undo custSel addSld delSld modSld sldOrd">
      <pc:chgData name="Nikhitha Nagula" userId="d277bf1397920dc6" providerId="LiveId" clId="{9516613B-9D5F-40FF-9AA6-47BCD2A4F145}" dt="2026-03-25T18:01:02.387" v="470"/>
      <pc:docMkLst>
        <pc:docMk/>
      </pc:docMkLst>
      <pc:sldChg chg="modSp mod">
        <pc:chgData name="Nikhitha Nagula" userId="d277bf1397920dc6" providerId="LiveId" clId="{9516613B-9D5F-40FF-9AA6-47BCD2A4F145}" dt="2026-03-25T17:22:38.084" v="116" actId="14100"/>
        <pc:sldMkLst>
          <pc:docMk/>
          <pc:sldMk cId="2750321438" sldId="256"/>
        </pc:sldMkLst>
        <pc:spChg chg="mod">
          <ac:chgData name="Nikhitha Nagula" userId="d277bf1397920dc6" providerId="LiveId" clId="{9516613B-9D5F-40FF-9AA6-47BCD2A4F145}" dt="2026-03-25T17:22:38.084" v="116" actId="14100"/>
          <ac:spMkLst>
            <pc:docMk/>
            <pc:sldMk cId="2750321438" sldId="256"/>
            <ac:spMk id="2" creationId="{809DB41D-59F5-217A-B903-302D0CF83C70}"/>
          </ac:spMkLst>
        </pc:spChg>
      </pc:sldChg>
      <pc:sldChg chg="modSp mod">
        <pc:chgData name="Nikhitha Nagula" userId="d277bf1397920dc6" providerId="LiveId" clId="{9516613B-9D5F-40FF-9AA6-47BCD2A4F145}" dt="2026-03-25T17:28:22.574" v="156" actId="113"/>
        <pc:sldMkLst>
          <pc:docMk/>
          <pc:sldMk cId="194257821" sldId="257"/>
        </pc:sldMkLst>
        <pc:spChg chg="mod">
          <ac:chgData name="Nikhitha Nagula" userId="d277bf1397920dc6" providerId="LiveId" clId="{9516613B-9D5F-40FF-9AA6-47BCD2A4F145}" dt="2026-03-25T17:28:22.574" v="156" actId="113"/>
          <ac:spMkLst>
            <pc:docMk/>
            <pc:sldMk cId="194257821" sldId="257"/>
            <ac:spMk id="2" creationId="{445F39AB-FDD7-C1E9-3305-8DECCFF995CE}"/>
          </ac:spMkLst>
        </pc:spChg>
        <pc:spChg chg="mod">
          <ac:chgData name="Nikhitha Nagula" userId="d277bf1397920dc6" providerId="LiveId" clId="{9516613B-9D5F-40FF-9AA6-47BCD2A4F145}" dt="2026-03-25T17:23:44.408" v="126" actId="14100"/>
          <ac:spMkLst>
            <pc:docMk/>
            <pc:sldMk cId="194257821" sldId="257"/>
            <ac:spMk id="4" creationId="{39CA38EF-2F55-2130-721A-93ABB4ACFABE}"/>
          </ac:spMkLst>
        </pc:spChg>
      </pc:sldChg>
      <pc:sldChg chg="addSp delSp modSp mod ord modClrScheme chgLayout">
        <pc:chgData name="Nikhitha Nagula" userId="d277bf1397920dc6" providerId="LiveId" clId="{9516613B-9D5F-40FF-9AA6-47BCD2A4F145}" dt="2026-03-25T17:58:28.744" v="443" actId="255"/>
        <pc:sldMkLst>
          <pc:docMk/>
          <pc:sldMk cId="4112744568" sldId="258"/>
        </pc:sldMkLst>
        <pc:spChg chg="mod ord">
          <ac:chgData name="Nikhitha Nagula" userId="d277bf1397920dc6" providerId="LiveId" clId="{9516613B-9D5F-40FF-9AA6-47BCD2A4F145}" dt="2026-03-25T17:58:28.744" v="443" actId="255"/>
          <ac:spMkLst>
            <pc:docMk/>
            <pc:sldMk cId="4112744568" sldId="258"/>
            <ac:spMk id="2" creationId="{DE20F078-7585-6FCA-0D85-DD8033E98D51}"/>
          </ac:spMkLst>
        </pc:spChg>
        <pc:spChg chg="add del mod">
          <ac:chgData name="Nikhitha Nagula" userId="d277bf1397920dc6" providerId="LiveId" clId="{9516613B-9D5F-40FF-9AA6-47BCD2A4F145}" dt="2026-03-25T17:25:15.224" v="133"/>
          <ac:spMkLst>
            <pc:docMk/>
            <pc:sldMk cId="4112744568" sldId="258"/>
            <ac:spMk id="3" creationId="{D1C33C26-CA98-0CDD-3B9B-2F29EE3B5DE4}"/>
          </ac:spMkLst>
        </pc:spChg>
        <pc:spChg chg="del mod">
          <ac:chgData name="Nikhitha Nagula" userId="d277bf1397920dc6" providerId="LiveId" clId="{9516613B-9D5F-40FF-9AA6-47BCD2A4F145}" dt="2026-03-25T17:25:10.322" v="132" actId="21"/>
          <ac:spMkLst>
            <pc:docMk/>
            <pc:sldMk cId="4112744568" sldId="258"/>
            <ac:spMk id="4" creationId="{2DBAFAAD-22DC-B0DE-39B4-C61D82912850}"/>
          </ac:spMkLst>
        </pc:spChg>
        <pc:spChg chg="add mod ord">
          <ac:chgData name="Nikhitha Nagula" userId="d277bf1397920dc6" providerId="LiveId" clId="{9516613B-9D5F-40FF-9AA6-47BCD2A4F145}" dt="2026-03-25T17:56:58.871" v="428" actId="14100"/>
          <ac:spMkLst>
            <pc:docMk/>
            <pc:sldMk cId="4112744568" sldId="258"/>
            <ac:spMk id="5" creationId="{2DBAFAAD-22DC-B0DE-39B4-C61D82912850}"/>
          </ac:spMkLst>
        </pc:spChg>
        <pc:spChg chg="add del mod ord">
          <ac:chgData name="Nikhitha Nagula" userId="d277bf1397920dc6" providerId="LiveId" clId="{9516613B-9D5F-40FF-9AA6-47BCD2A4F145}" dt="2026-03-25T17:55:22.300" v="410" actId="931"/>
          <ac:spMkLst>
            <pc:docMk/>
            <pc:sldMk cId="4112744568" sldId="258"/>
            <ac:spMk id="6" creationId="{9A5E7F4C-70D7-2B92-D203-5E07092B62D3}"/>
          </ac:spMkLst>
        </pc:spChg>
        <pc:picChg chg="add mod ord modCrop">
          <ac:chgData name="Nikhitha Nagula" userId="d277bf1397920dc6" providerId="LiveId" clId="{9516613B-9D5F-40FF-9AA6-47BCD2A4F145}" dt="2026-03-25T17:57:06.029" v="430" actId="14100"/>
          <ac:picMkLst>
            <pc:docMk/>
            <pc:sldMk cId="4112744568" sldId="258"/>
            <ac:picMk id="8" creationId="{CFA2E0F4-D530-796C-6B19-2F41AF95E37A}"/>
          </ac:picMkLst>
        </pc:picChg>
      </pc:sldChg>
      <pc:sldChg chg="modSp mod">
        <pc:chgData name="Nikhitha Nagula" userId="d277bf1397920dc6" providerId="LiveId" clId="{9516613B-9D5F-40FF-9AA6-47BCD2A4F145}" dt="2026-03-25T17:31:22.669" v="198" actId="14100"/>
        <pc:sldMkLst>
          <pc:docMk/>
          <pc:sldMk cId="1585286338" sldId="259"/>
        </pc:sldMkLst>
        <pc:spChg chg="mod">
          <ac:chgData name="Nikhitha Nagula" userId="d277bf1397920dc6" providerId="LiveId" clId="{9516613B-9D5F-40FF-9AA6-47BCD2A4F145}" dt="2026-03-25T17:31:14.531" v="197"/>
          <ac:spMkLst>
            <pc:docMk/>
            <pc:sldMk cId="1585286338" sldId="259"/>
            <ac:spMk id="2" creationId="{77AEA421-A7C0-04F3-D5CB-287F73159FFF}"/>
          </ac:spMkLst>
        </pc:spChg>
        <pc:picChg chg="mod">
          <ac:chgData name="Nikhitha Nagula" userId="d277bf1397920dc6" providerId="LiveId" clId="{9516613B-9D5F-40FF-9AA6-47BCD2A4F145}" dt="2026-03-25T17:31:22.669" v="198" actId="14100"/>
          <ac:picMkLst>
            <pc:docMk/>
            <pc:sldMk cId="1585286338" sldId="259"/>
            <ac:picMk id="7" creationId="{177913D8-1681-EF85-0C8D-B068F47829DD}"/>
          </ac:picMkLst>
        </pc:picChg>
      </pc:sldChg>
      <pc:sldChg chg="modSp mod">
        <pc:chgData name="Nikhitha Nagula" userId="d277bf1397920dc6" providerId="LiveId" clId="{9516613B-9D5F-40FF-9AA6-47BCD2A4F145}" dt="2026-03-25T17:30:49.858" v="193" actId="27636"/>
        <pc:sldMkLst>
          <pc:docMk/>
          <pc:sldMk cId="298767239" sldId="260"/>
        </pc:sldMkLst>
        <pc:spChg chg="mod">
          <ac:chgData name="Nikhitha Nagula" userId="d277bf1397920dc6" providerId="LiveId" clId="{9516613B-9D5F-40FF-9AA6-47BCD2A4F145}" dt="2026-03-25T17:29:18.802" v="163" actId="14100"/>
          <ac:spMkLst>
            <pc:docMk/>
            <pc:sldMk cId="298767239" sldId="260"/>
            <ac:spMk id="2" creationId="{1D9A3E16-3E58-C2AB-FFFD-4B7E51F1BB21}"/>
          </ac:spMkLst>
        </pc:spChg>
        <pc:spChg chg="mod">
          <ac:chgData name="Nikhitha Nagula" userId="d277bf1397920dc6" providerId="LiveId" clId="{9516613B-9D5F-40FF-9AA6-47BCD2A4F145}" dt="2026-03-25T17:30:49.858" v="193" actId="27636"/>
          <ac:spMkLst>
            <pc:docMk/>
            <pc:sldMk cId="298767239" sldId="260"/>
            <ac:spMk id="5" creationId="{F65293FE-FF3A-5805-174B-BD8406986857}"/>
          </ac:spMkLst>
        </pc:spChg>
        <pc:picChg chg="mod">
          <ac:chgData name="Nikhitha Nagula" userId="d277bf1397920dc6" providerId="LiveId" clId="{9516613B-9D5F-40FF-9AA6-47BCD2A4F145}" dt="2026-03-25T17:30:11.724" v="179" actId="14100"/>
          <ac:picMkLst>
            <pc:docMk/>
            <pc:sldMk cId="298767239" sldId="260"/>
            <ac:picMk id="17" creationId="{A5DA4788-13A9-A401-B1F5-F19B7CC0D64F}"/>
          </ac:picMkLst>
        </pc:picChg>
      </pc:sldChg>
      <pc:sldChg chg="addSp delSp modSp mod">
        <pc:chgData name="Nikhitha Nagula" userId="d277bf1397920dc6" providerId="LiveId" clId="{9516613B-9D5F-40FF-9AA6-47BCD2A4F145}" dt="2026-03-25T17:33:37.805" v="226" actId="20577"/>
        <pc:sldMkLst>
          <pc:docMk/>
          <pc:sldMk cId="2098032754" sldId="261"/>
        </pc:sldMkLst>
        <pc:spChg chg="mod">
          <ac:chgData name="Nikhitha Nagula" userId="d277bf1397920dc6" providerId="LiveId" clId="{9516613B-9D5F-40FF-9AA6-47BCD2A4F145}" dt="2026-03-25T17:31:48.448" v="202" actId="27636"/>
          <ac:spMkLst>
            <pc:docMk/>
            <pc:sldMk cId="2098032754" sldId="261"/>
            <ac:spMk id="2" creationId="{5ED50C66-4A84-4127-ED3F-5F249473CC33}"/>
          </ac:spMkLst>
        </pc:spChg>
        <pc:spChg chg="add mod">
          <ac:chgData name="Nikhitha Nagula" userId="d277bf1397920dc6" providerId="LiveId" clId="{9516613B-9D5F-40FF-9AA6-47BCD2A4F145}" dt="2026-03-25T17:33:37.805" v="226" actId="20577"/>
          <ac:spMkLst>
            <pc:docMk/>
            <pc:sldMk cId="2098032754" sldId="261"/>
            <ac:spMk id="3" creationId="{7691A622-4977-78B2-12AA-882B5D5AF505}"/>
          </ac:spMkLst>
        </pc:spChg>
        <pc:spChg chg="del">
          <ac:chgData name="Nikhitha Nagula" userId="d277bf1397920dc6" providerId="LiveId" clId="{9516613B-9D5F-40FF-9AA6-47BCD2A4F145}" dt="2026-03-25T16:47:40.613" v="68"/>
          <ac:spMkLst>
            <pc:docMk/>
            <pc:sldMk cId="2098032754" sldId="261"/>
            <ac:spMk id="4" creationId="{9C3C6665-D933-C81F-95D9-A7A1A130A185}"/>
          </ac:spMkLst>
        </pc:spChg>
        <pc:picChg chg="mod">
          <ac:chgData name="Nikhitha Nagula" userId="d277bf1397920dc6" providerId="LiveId" clId="{9516613B-9D5F-40FF-9AA6-47BCD2A4F145}" dt="2026-03-25T17:32:41.740" v="211" actId="14100"/>
          <ac:picMkLst>
            <pc:docMk/>
            <pc:sldMk cId="2098032754" sldId="261"/>
            <ac:picMk id="10" creationId="{07EF3EDA-A4C2-6DB1-92B3-61EC58CAAAFD}"/>
          </ac:picMkLst>
        </pc:picChg>
      </pc:sldChg>
      <pc:sldChg chg="addSp delSp modSp mod">
        <pc:chgData name="Nikhitha Nagula" userId="d277bf1397920dc6" providerId="LiveId" clId="{9516613B-9D5F-40FF-9AA6-47BCD2A4F145}" dt="2026-03-25T17:35:07.436" v="244" actId="20577"/>
        <pc:sldMkLst>
          <pc:docMk/>
          <pc:sldMk cId="3794241605" sldId="262"/>
        </pc:sldMkLst>
        <pc:spChg chg="mod">
          <ac:chgData name="Nikhitha Nagula" userId="d277bf1397920dc6" providerId="LiveId" clId="{9516613B-9D5F-40FF-9AA6-47BCD2A4F145}" dt="2026-03-25T17:33:58.134" v="231" actId="14100"/>
          <ac:spMkLst>
            <pc:docMk/>
            <pc:sldMk cId="3794241605" sldId="262"/>
            <ac:spMk id="2" creationId="{81587B86-5200-A991-FFF7-3B958F6010C0}"/>
          </ac:spMkLst>
        </pc:spChg>
        <pc:spChg chg="add mod">
          <ac:chgData name="Nikhitha Nagula" userId="d277bf1397920dc6" providerId="LiveId" clId="{9516613B-9D5F-40FF-9AA6-47BCD2A4F145}" dt="2026-03-25T17:35:07.436" v="244" actId="20577"/>
          <ac:spMkLst>
            <pc:docMk/>
            <pc:sldMk cId="3794241605" sldId="262"/>
            <ac:spMk id="3" creationId="{91BC28BA-57BB-62E5-C34F-B1BE6C139D5C}"/>
          </ac:spMkLst>
        </pc:spChg>
        <pc:spChg chg="del">
          <ac:chgData name="Nikhitha Nagula" userId="d277bf1397920dc6" providerId="LiveId" clId="{9516613B-9D5F-40FF-9AA6-47BCD2A4F145}" dt="2026-03-25T16:48:16.475" v="69"/>
          <ac:spMkLst>
            <pc:docMk/>
            <pc:sldMk cId="3794241605" sldId="262"/>
            <ac:spMk id="4" creationId="{1056C0EE-C5A4-7A64-AD3F-D834C9771DA9}"/>
          </ac:spMkLst>
        </pc:spChg>
        <pc:picChg chg="mod">
          <ac:chgData name="Nikhitha Nagula" userId="d277bf1397920dc6" providerId="LiveId" clId="{9516613B-9D5F-40FF-9AA6-47BCD2A4F145}" dt="2026-03-25T17:34:52.461" v="237" actId="14100"/>
          <ac:picMkLst>
            <pc:docMk/>
            <pc:sldMk cId="3794241605" sldId="262"/>
            <ac:picMk id="6" creationId="{F1BEB46D-008F-DE61-B56B-E241D7313C27}"/>
          </ac:picMkLst>
        </pc:picChg>
      </pc:sldChg>
      <pc:sldChg chg="addSp delSp modSp mod">
        <pc:chgData name="Nikhitha Nagula" userId="d277bf1397920dc6" providerId="LiveId" clId="{9516613B-9D5F-40FF-9AA6-47BCD2A4F145}" dt="2026-03-25T17:45:02.523" v="342" actId="20577"/>
        <pc:sldMkLst>
          <pc:docMk/>
          <pc:sldMk cId="2232099962" sldId="263"/>
        </pc:sldMkLst>
        <pc:spChg chg="mod">
          <ac:chgData name="Nikhitha Nagula" userId="d277bf1397920dc6" providerId="LiveId" clId="{9516613B-9D5F-40FF-9AA6-47BCD2A4F145}" dt="2026-03-25T17:35:43.069" v="250" actId="14100"/>
          <ac:spMkLst>
            <pc:docMk/>
            <pc:sldMk cId="2232099962" sldId="263"/>
            <ac:spMk id="2" creationId="{A21C6312-D0D9-BB36-6810-E953AA839B73}"/>
          </ac:spMkLst>
        </pc:spChg>
        <pc:spChg chg="add mod">
          <ac:chgData name="Nikhitha Nagula" userId="d277bf1397920dc6" providerId="LiveId" clId="{9516613B-9D5F-40FF-9AA6-47BCD2A4F145}" dt="2026-03-25T17:45:02.523" v="342" actId="20577"/>
          <ac:spMkLst>
            <pc:docMk/>
            <pc:sldMk cId="2232099962" sldId="263"/>
            <ac:spMk id="3" creationId="{32EEB88A-39E3-8B01-1845-6CE5D4EC1F31}"/>
          </ac:spMkLst>
        </pc:spChg>
        <pc:spChg chg="del">
          <ac:chgData name="Nikhitha Nagula" userId="d277bf1397920dc6" providerId="LiveId" clId="{9516613B-9D5F-40FF-9AA6-47BCD2A4F145}" dt="2026-03-25T16:50:04.655" v="76"/>
          <ac:spMkLst>
            <pc:docMk/>
            <pc:sldMk cId="2232099962" sldId="263"/>
            <ac:spMk id="4" creationId="{70047D41-981B-D523-1AC8-8A694534A855}"/>
          </ac:spMkLst>
        </pc:spChg>
        <pc:picChg chg="mod">
          <ac:chgData name="Nikhitha Nagula" userId="d277bf1397920dc6" providerId="LiveId" clId="{9516613B-9D5F-40FF-9AA6-47BCD2A4F145}" dt="2026-03-25T17:35:49.767" v="251" actId="14100"/>
          <ac:picMkLst>
            <pc:docMk/>
            <pc:sldMk cId="2232099962" sldId="263"/>
            <ac:picMk id="6" creationId="{10DD03FF-6303-5755-3B18-77FBB28CB3AB}"/>
          </ac:picMkLst>
        </pc:picChg>
      </pc:sldChg>
      <pc:sldChg chg="addSp delSp modSp new mod ord modClrScheme chgLayout">
        <pc:chgData name="Nikhitha Nagula" userId="d277bf1397920dc6" providerId="LiveId" clId="{9516613B-9D5F-40FF-9AA6-47BCD2A4F145}" dt="2026-03-25T17:59:11.751" v="448"/>
        <pc:sldMkLst>
          <pc:docMk/>
          <pc:sldMk cId="3744228515" sldId="264"/>
        </pc:sldMkLst>
        <pc:spChg chg="del mod ord">
          <ac:chgData name="Nikhitha Nagula" userId="d277bf1397920dc6" providerId="LiveId" clId="{9516613B-9D5F-40FF-9AA6-47BCD2A4F145}" dt="2026-03-25T16:24:37.568" v="5" actId="700"/>
          <ac:spMkLst>
            <pc:docMk/>
            <pc:sldMk cId="3744228515" sldId="264"/>
            <ac:spMk id="2" creationId="{D0BD9797-0091-D490-B258-7235FE95AC70}"/>
          </ac:spMkLst>
        </pc:spChg>
        <pc:spChg chg="del mod ord">
          <ac:chgData name="Nikhitha Nagula" userId="d277bf1397920dc6" providerId="LiveId" clId="{9516613B-9D5F-40FF-9AA6-47BCD2A4F145}" dt="2026-03-25T16:24:37.568" v="5" actId="700"/>
          <ac:spMkLst>
            <pc:docMk/>
            <pc:sldMk cId="3744228515" sldId="264"/>
            <ac:spMk id="3" creationId="{E8778E55-42B9-505B-DE4F-93144BA3A25C}"/>
          </ac:spMkLst>
        </pc:spChg>
        <pc:spChg chg="del">
          <ac:chgData name="Nikhitha Nagula" userId="d277bf1397920dc6" providerId="LiveId" clId="{9516613B-9D5F-40FF-9AA6-47BCD2A4F145}" dt="2026-03-25T16:24:37.568" v="5" actId="700"/>
          <ac:spMkLst>
            <pc:docMk/>
            <pc:sldMk cId="3744228515" sldId="264"/>
            <ac:spMk id="4" creationId="{BC9CB075-DCF9-28C9-04C4-D89B90E15C5D}"/>
          </ac:spMkLst>
        </pc:spChg>
        <pc:spChg chg="add mod ord">
          <ac:chgData name="Nikhitha Nagula" userId="d277bf1397920dc6" providerId="LiveId" clId="{9516613B-9D5F-40FF-9AA6-47BCD2A4F145}" dt="2026-03-25T17:38:52.065" v="276"/>
          <ac:spMkLst>
            <pc:docMk/>
            <pc:sldMk cId="3744228515" sldId="264"/>
            <ac:spMk id="5" creationId="{B4AF25CF-B16C-8212-F32B-42C6A1857E71}"/>
          </ac:spMkLst>
        </pc:spChg>
        <pc:spChg chg="add del mod ord">
          <ac:chgData name="Nikhitha Nagula" userId="d277bf1397920dc6" providerId="LiveId" clId="{9516613B-9D5F-40FF-9AA6-47BCD2A4F145}" dt="2026-03-25T16:53:42.952" v="79"/>
          <ac:spMkLst>
            <pc:docMk/>
            <pc:sldMk cId="3744228515" sldId="264"/>
            <ac:spMk id="6" creationId="{9EFDAA58-BA11-E18D-DE9B-EEE0F3F731AE}"/>
          </ac:spMkLst>
        </pc:spChg>
        <pc:spChg chg="add">
          <ac:chgData name="Nikhitha Nagula" userId="d277bf1397920dc6" providerId="LiveId" clId="{9516613B-9D5F-40FF-9AA6-47BCD2A4F145}" dt="2026-03-25T16:53:35.838" v="78"/>
          <ac:spMkLst>
            <pc:docMk/>
            <pc:sldMk cId="3744228515" sldId="264"/>
            <ac:spMk id="7" creationId="{F1E5F3CE-B71B-7FE6-238F-FDAEA0B08637}"/>
          </ac:spMkLst>
        </pc:spChg>
        <pc:spChg chg="add mod">
          <ac:chgData name="Nikhitha Nagula" userId="d277bf1397920dc6" providerId="LiveId" clId="{9516613B-9D5F-40FF-9AA6-47BCD2A4F145}" dt="2026-03-25T17:41:57.902" v="300" actId="5793"/>
          <ac:spMkLst>
            <pc:docMk/>
            <pc:sldMk cId="3744228515" sldId="264"/>
            <ac:spMk id="8" creationId="{98AEBB1D-9A45-BD43-D9F0-CF18A2E57EFC}"/>
          </ac:spMkLst>
        </pc:spChg>
      </pc:sldChg>
      <pc:sldChg chg="addSp delSp modSp new mod ord modClrScheme chgLayout">
        <pc:chgData name="Nikhitha Nagula" userId="d277bf1397920dc6" providerId="LiveId" clId="{9516613B-9D5F-40FF-9AA6-47BCD2A4F145}" dt="2026-03-25T18:01:02.387" v="470"/>
        <pc:sldMkLst>
          <pc:docMk/>
          <pc:sldMk cId="4075224635" sldId="265"/>
        </pc:sldMkLst>
        <pc:spChg chg="del mod ord">
          <ac:chgData name="Nikhitha Nagula" userId="d277bf1397920dc6" providerId="LiveId" clId="{9516613B-9D5F-40FF-9AA6-47BCD2A4F145}" dt="2026-03-25T16:25:08.853" v="40" actId="700"/>
          <ac:spMkLst>
            <pc:docMk/>
            <pc:sldMk cId="4075224635" sldId="265"/>
            <ac:spMk id="2" creationId="{2DD56434-6E92-1C98-409A-83F831F9A1FF}"/>
          </ac:spMkLst>
        </pc:spChg>
        <pc:spChg chg="del mod ord">
          <ac:chgData name="Nikhitha Nagula" userId="d277bf1397920dc6" providerId="LiveId" clId="{9516613B-9D5F-40FF-9AA6-47BCD2A4F145}" dt="2026-03-25T16:25:08.853" v="40" actId="700"/>
          <ac:spMkLst>
            <pc:docMk/>
            <pc:sldMk cId="4075224635" sldId="265"/>
            <ac:spMk id="3" creationId="{7D05BB79-C79C-C30F-6D43-B77C595D5AAE}"/>
          </ac:spMkLst>
        </pc:spChg>
        <pc:spChg chg="del">
          <ac:chgData name="Nikhitha Nagula" userId="d277bf1397920dc6" providerId="LiveId" clId="{9516613B-9D5F-40FF-9AA6-47BCD2A4F145}" dt="2026-03-25T16:25:08.853" v="40" actId="700"/>
          <ac:spMkLst>
            <pc:docMk/>
            <pc:sldMk cId="4075224635" sldId="265"/>
            <ac:spMk id="4" creationId="{384DDEB4-9228-B5F7-F3A4-07A70020EA7A}"/>
          </ac:spMkLst>
        </pc:spChg>
        <pc:spChg chg="add mod ord">
          <ac:chgData name="Nikhitha Nagula" userId="d277bf1397920dc6" providerId="LiveId" clId="{9516613B-9D5F-40FF-9AA6-47BCD2A4F145}" dt="2026-03-25T17:42:54.831" v="314"/>
          <ac:spMkLst>
            <pc:docMk/>
            <pc:sldMk cId="4075224635" sldId="265"/>
            <ac:spMk id="5" creationId="{A909F588-4147-1791-3A59-95253417C98E}"/>
          </ac:spMkLst>
        </pc:spChg>
        <pc:spChg chg="add del mod ord">
          <ac:chgData name="Nikhitha Nagula" userId="d277bf1397920dc6" providerId="LiveId" clId="{9516613B-9D5F-40FF-9AA6-47BCD2A4F145}" dt="2026-03-25T17:42:17.867" v="305"/>
          <ac:spMkLst>
            <pc:docMk/>
            <pc:sldMk cId="4075224635" sldId="265"/>
            <ac:spMk id="6" creationId="{AF97508F-8C27-3AD8-4C81-E0DED68B8F59}"/>
          </ac:spMkLst>
        </pc:spChg>
        <pc:spChg chg="add">
          <ac:chgData name="Nikhitha Nagula" userId="d277bf1397920dc6" providerId="LiveId" clId="{9516613B-9D5F-40FF-9AA6-47BCD2A4F145}" dt="2026-03-25T17:41:39.407" v="295"/>
          <ac:spMkLst>
            <pc:docMk/>
            <pc:sldMk cId="4075224635" sldId="265"/>
            <ac:spMk id="7" creationId="{BCB8A70A-9D7C-B467-ABC2-0E3B6C61EBFD}"/>
          </ac:spMkLst>
        </pc:spChg>
        <pc:spChg chg="add del mod">
          <ac:chgData name="Nikhitha Nagula" userId="d277bf1397920dc6" providerId="LiveId" clId="{9516613B-9D5F-40FF-9AA6-47BCD2A4F145}" dt="2026-03-25T17:42:56.818" v="316"/>
          <ac:spMkLst>
            <pc:docMk/>
            <pc:sldMk cId="4075224635" sldId="265"/>
            <ac:spMk id="8" creationId="{58BF5E0B-953E-DB5B-EAAC-85E3F5BB1AA6}"/>
          </ac:spMkLst>
        </pc:spChg>
        <pc:spChg chg="add mod">
          <ac:chgData name="Nikhitha Nagula" userId="d277bf1397920dc6" providerId="LiveId" clId="{9516613B-9D5F-40FF-9AA6-47BCD2A4F145}" dt="2026-03-25T17:44:45.191" v="336" actId="14100"/>
          <ac:spMkLst>
            <pc:docMk/>
            <pc:sldMk cId="4075224635" sldId="265"/>
            <ac:spMk id="9" creationId="{F0CC30E6-12E2-2676-D6FB-714934FE760E}"/>
          </ac:spMkLst>
        </pc:spChg>
      </pc:sldChg>
      <pc:sldChg chg="addSp delSp modSp new mod ord modClrScheme chgLayout">
        <pc:chgData name="Nikhitha Nagula" userId="d277bf1397920dc6" providerId="LiveId" clId="{9516613B-9D5F-40FF-9AA6-47BCD2A4F145}" dt="2026-03-25T17:59:00.708" v="446" actId="27636"/>
        <pc:sldMkLst>
          <pc:docMk/>
          <pc:sldMk cId="264559291" sldId="266"/>
        </pc:sldMkLst>
        <pc:spChg chg="mod ord">
          <ac:chgData name="Nikhitha Nagula" userId="d277bf1397920dc6" providerId="LiveId" clId="{9516613B-9D5F-40FF-9AA6-47BCD2A4F145}" dt="2026-03-25T17:58:21.669" v="442" actId="255"/>
          <ac:spMkLst>
            <pc:docMk/>
            <pc:sldMk cId="264559291" sldId="266"/>
            <ac:spMk id="2" creationId="{463353AE-DDC2-83DC-33B5-E1A2B2E4296E}"/>
          </ac:spMkLst>
        </pc:spChg>
        <pc:spChg chg="mod ord">
          <ac:chgData name="Nikhitha Nagula" userId="d277bf1397920dc6" providerId="LiveId" clId="{9516613B-9D5F-40FF-9AA6-47BCD2A4F145}" dt="2026-03-25T17:59:00.708" v="446" actId="27636"/>
          <ac:spMkLst>
            <pc:docMk/>
            <pc:sldMk cId="264559291" sldId="266"/>
            <ac:spMk id="3" creationId="{C96FB9B7-7084-E148-C320-792805F2AD88}"/>
          </ac:spMkLst>
        </pc:spChg>
        <pc:spChg chg="add del mod ord">
          <ac:chgData name="Nikhitha Nagula" userId="d277bf1397920dc6" providerId="LiveId" clId="{9516613B-9D5F-40FF-9AA6-47BCD2A4F145}" dt="2026-03-25T17:58:56.653" v="444" actId="931"/>
          <ac:spMkLst>
            <pc:docMk/>
            <pc:sldMk cId="264559291" sldId="266"/>
            <ac:spMk id="4" creationId="{3DC4F871-FA3F-B8B1-7102-7A7B95C946F2}"/>
          </ac:spMkLst>
        </pc:spChg>
        <pc:picChg chg="add mod ord">
          <ac:chgData name="Nikhitha Nagula" userId="d277bf1397920dc6" providerId="LiveId" clId="{9516613B-9D5F-40FF-9AA6-47BCD2A4F145}" dt="2026-03-25T17:58:56.653" v="444" actId="931"/>
          <ac:picMkLst>
            <pc:docMk/>
            <pc:sldMk cId="264559291" sldId="266"/>
            <ac:picMk id="6" creationId="{94436FD9-5820-BEAE-F316-74F65457767B}"/>
          </ac:picMkLst>
        </pc:picChg>
      </pc:sldChg>
      <pc:sldChg chg="addSp delSp modSp new mod modClrScheme chgLayout">
        <pc:chgData name="Nikhitha Nagula" userId="d277bf1397920dc6" providerId="LiveId" clId="{9516613B-9D5F-40FF-9AA6-47BCD2A4F145}" dt="2026-03-25T18:00:53.204" v="468" actId="14100"/>
        <pc:sldMkLst>
          <pc:docMk/>
          <pc:sldMk cId="2341295390" sldId="267"/>
        </pc:sldMkLst>
        <pc:spChg chg="del mod ord">
          <ac:chgData name="Nikhitha Nagula" userId="d277bf1397920dc6" providerId="LiveId" clId="{9516613B-9D5F-40FF-9AA6-47BCD2A4F145}" dt="2026-03-25T17:08:20.561" v="85" actId="700"/>
          <ac:spMkLst>
            <pc:docMk/>
            <pc:sldMk cId="2341295390" sldId="267"/>
            <ac:spMk id="2" creationId="{0E27FF29-6A35-2C17-B93D-AA6C3C20220A}"/>
          </ac:spMkLst>
        </pc:spChg>
        <pc:spChg chg="del mod ord">
          <ac:chgData name="Nikhitha Nagula" userId="d277bf1397920dc6" providerId="LiveId" clId="{9516613B-9D5F-40FF-9AA6-47BCD2A4F145}" dt="2026-03-25T17:08:20.561" v="85" actId="700"/>
          <ac:spMkLst>
            <pc:docMk/>
            <pc:sldMk cId="2341295390" sldId="267"/>
            <ac:spMk id="3" creationId="{110D2206-FC22-834D-44BA-BB93FBFFE2E7}"/>
          </ac:spMkLst>
        </pc:spChg>
        <pc:spChg chg="del">
          <ac:chgData name="Nikhitha Nagula" userId="d277bf1397920dc6" providerId="LiveId" clId="{9516613B-9D5F-40FF-9AA6-47BCD2A4F145}" dt="2026-03-25T17:08:20.561" v="85" actId="700"/>
          <ac:spMkLst>
            <pc:docMk/>
            <pc:sldMk cId="2341295390" sldId="267"/>
            <ac:spMk id="4" creationId="{1F538E29-205F-1430-25CF-A1417577FD73}"/>
          </ac:spMkLst>
        </pc:spChg>
        <pc:spChg chg="add mod ord">
          <ac:chgData name="Nikhitha Nagula" userId="d277bf1397920dc6" providerId="LiveId" clId="{9516613B-9D5F-40FF-9AA6-47BCD2A4F145}" dt="2026-03-25T18:00:41.624" v="466" actId="27636"/>
          <ac:spMkLst>
            <pc:docMk/>
            <pc:sldMk cId="2341295390" sldId="267"/>
            <ac:spMk id="5" creationId="{3E3090F9-B57F-7530-26DD-580DC4C25D6D}"/>
          </ac:spMkLst>
        </pc:spChg>
        <pc:spChg chg="add del mod ord">
          <ac:chgData name="Nikhitha Nagula" userId="d277bf1397920dc6" providerId="LiveId" clId="{9516613B-9D5F-40FF-9AA6-47BCD2A4F145}" dt="2026-03-25T17:08:42.501" v="107" actId="700"/>
          <ac:spMkLst>
            <pc:docMk/>
            <pc:sldMk cId="2341295390" sldId="267"/>
            <ac:spMk id="6" creationId="{1345A395-ABB2-E7C9-9A41-0476B9C2FAD9}"/>
          </ac:spMkLst>
        </pc:spChg>
        <pc:spChg chg="add del mod ord">
          <ac:chgData name="Nikhitha Nagula" userId="d277bf1397920dc6" providerId="LiveId" clId="{9516613B-9D5F-40FF-9AA6-47BCD2A4F145}" dt="2026-03-25T17:19:20.665" v="108" actId="931"/>
          <ac:spMkLst>
            <pc:docMk/>
            <pc:sldMk cId="2341295390" sldId="267"/>
            <ac:spMk id="7" creationId="{B5D1D2C5-393F-8811-D92F-8F5FB7BAFD61}"/>
          </ac:spMkLst>
        </pc:spChg>
        <pc:spChg chg="add mod ord">
          <ac:chgData name="Nikhitha Nagula" userId="d277bf1397920dc6" providerId="LiveId" clId="{9516613B-9D5F-40FF-9AA6-47BCD2A4F145}" dt="2026-03-25T18:00:53.204" v="468" actId="14100"/>
          <ac:spMkLst>
            <pc:docMk/>
            <pc:sldMk cId="2341295390" sldId="267"/>
            <ac:spMk id="8" creationId="{ACAE8376-0A31-E3FB-3A14-1ECF6652D872}"/>
          </ac:spMkLst>
        </pc:spChg>
        <pc:graphicFrameChg chg="add del modGraphic">
          <ac:chgData name="Nikhitha Nagula" userId="d277bf1397920dc6" providerId="LiveId" clId="{9516613B-9D5F-40FF-9AA6-47BCD2A4F145}" dt="2026-03-25T17:37:22.258" v="264" actId="27309"/>
          <ac:graphicFrameMkLst>
            <pc:docMk/>
            <pc:sldMk cId="2341295390" sldId="267"/>
            <ac:graphicFrameMk id="12" creationId="{EA4B4081-1BD6-6D02-85C9-48259CA239C0}"/>
          </ac:graphicFrameMkLst>
        </pc:graphicFrameChg>
        <pc:picChg chg="add mod ord">
          <ac:chgData name="Nikhitha Nagula" userId="d277bf1397920dc6" providerId="LiveId" clId="{9516613B-9D5F-40FF-9AA6-47BCD2A4F145}" dt="2026-03-25T18:00:21.331" v="460" actId="14100"/>
          <ac:picMkLst>
            <pc:docMk/>
            <pc:sldMk cId="2341295390" sldId="267"/>
            <ac:picMk id="10" creationId="{6BE00195-58E8-CCF8-1973-AB8E27565A85}"/>
          </ac:picMkLst>
        </pc:picChg>
      </pc:sldChg>
      <pc:sldChg chg="addSp delSp modSp new del mod modClrScheme chgLayout">
        <pc:chgData name="Nikhitha Nagula" userId="d277bf1397920dc6" providerId="LiveId" clId="{9516613B-9D5F-40FF-9AA6-47BCD2A4F145}" dt="2026-03-25T17:45:40.013" v="347" actId="2696"/>
        <pc:sldMkLst>
          <pc:docMk/>
          <pc:sldMk cId="1344080112" sldId="268"/>
        </pc:sldMkLst>
        <pc:spChg chg="del">
          <ac:chgData name="Nikhitha Nagula" userId="d277bf1397920dc6" providerId="LiveId" clId="{9516613B-9D5F-40FF-9AA6-47BCD2A4F145}" dt="2026-03-25T17:45:15.398" v="344" actId="700"/>
          <ac:spMkLst>
            <pc:docMk/>
            <pc:sldMk cId="1344080112" sldId="268"/>
            <ac:spMk id="2" creationId="{148BDB6E-0936-1500-101E-896192EDB15F}"/>
          </ac:spMkLst>
        </pc:spChg>
        <pc:spChg chg="del">
          <ac:chgData name="Nikhitha Nagula" userId="d277bf1397920dc6" providerId="LiveId" clId="{9516613B-9D5F-40FF-9AA6-47BCD2A4F145}" dt="2026-03-25T17:45:15.398" v="344" actId="700"/>
          <ac:spMkLst>
            <pc:docMk/>
            <pc:sldMk cId="1344080112" sldId="268"/>
            <ac:spMk id="3" creationId="{350A5084-FE03-B97A-5A71-C3E0EB7B054D}"/>
          </ac:spMkLst>
        </pc:spChg>
        <pc:spChg chg="add mod">
          <ac:chgData name="Nikhitha Nagula" userId="d277bf1397920dc6" providerId="LiveId" clId="{9516613B-9D5F-40FF-9AA6-47BCD2A4F145}" dt="2026-03-25T17:45:23.659" v="345" actId="700"/>
          <ac:spMkLst>
            <pc:docMk/>
            <pc:sldMk cId="1344080112" sldId="268"/>
            <ac:spMk id="4" creationId="{E1FC3AB3-790A-1132-A48B-43E62EFF8B35}"/>
          </ac:spMkLst>
        </pc:spChg>
        <pc:spChg chg="add mod">
          <ac:chgData name="Nikhitha Nagula" userId="d277bf1397920dc6" providerId="LiveId" clId="{9516613B-9D5F-40FF-9AA6-47BCD2A4F145}" dt="2026-03-25T17:45:23.659" v="345" actId="700"/>
          <ac:spMkLst>
            <pc:docMk/>
            <pc:sldMk cId="1344080112" sldId="268"/>
            <ac:spMk id="5" creationId="{915F0F55-1FBD-8F4D-3587-AB9B04494D14}"/>
          </ac:spMkLst>
        </pc:spChg>
      </pc:sldChg>
      <pc:sldChg chg="addSp delSp modSp new mod">
        <pc:chgData name="Nikhitha Nagula" userId="d277bf1397920dc6" providerId="LiveId" clId="{9516613B-9D5F-40FF-9AA6-47BCD2A4F145}" dt="2026-03-25T17:49:55.026" v="401"/>
        <pc:sldMkLst>
          <pc:docMk/>
          <pc:sldMk cId="1838115871" sldId="269"/>
        </pc:sldMkLst>
        <pc:spChg chg="add mod">
          <ac:chgData name="Nikhitha Nagula" userId="d277bf1397920dc6" providerId="LiveId" clId="{9516613B-9D5F-40FF-9AA6-47BCD2A4F145}" dt="2026-03-25T17:46:13.745" v="361" actId="122"/>
          <ac:spMkLst>
            <pc:docMk/>
            <pc:sldMk cId="1838115871" sldId="269"/>
            <ac:spMk id="2" creationId="{E5157A26-9B99-795B-9AF1-C292EC9E1380}"/>
          </ac:spMkLst>
        </pc:spChg>
        <pc:spChg chg="add mod">
          <ac:chgData name="Nikhitha Nagula" userId="d277bf1397920dc6" providerId="LiveId" clId="{9516613B-9D5F-40FF-9AA6-47BCD2A4F145}" dt="2026-03-25T17:47:46.394" v="364" actId="14100"/>
          <ac:spMkLst>
            <pc:docMk/>
            <pc:sldMk cId="1838115871" sldId="269"/>
            <ac:spMk id="3" creationId="{C139BB09-58B9-152A-E4AE-F997A26CAD05}"/>
          </ac:spMkLst>
        </pc:spChg>
        <pc:spChg chg="add del mod">
          <ac:chgData name="Nikhitha Nagula" userId="d277bf1397920dc6" providerId="LiveId" clId="{9516613B-9D5F-40FF-9AA6-47BCD2A4F145}" dt="2026-03-25T17:48:22.824" v="373"/>
          <ac:spMkLst>
            <pc:docMk/>
            <pc:sldMk cId="1838115871" sldId="269"/>
            <ac:spMk id="4" creationId="{97611687-0CA2-9B78-EECF-A3DCF1526D75}"/>
          </ac:spMkLst>
        </pc:spChg>
        <pc:spChg chg="add del mod">
          <ac:chgData name="Nikhitha Nagula" userId="d277bf1397920dc6" providerId="LiveId" clId="{9516613B-9D5F-40FF-9AA6-47BCD2A4F145}" dt="2026-03-25T17:48:22.825" v="375"/>
          <ac:spMkLst>
            <pc:docMk/>
            <pc:sldMk cId="1838115871" sldId="269"/>
            <ac:spMk id="5" creationId="{C6F312FC-4E13-4E2E-4D64-DCF2BCE264B7}"/>
          </ac:spMkLst>
        </pc:spChg>
        <pc:spChg chg="add mod">
          <ac:chgData name="Nikhitha Nagula" userId="d277bf1397920dc6" providerId="LiveId" clId="{9516613B-9D5F-40FF-9AA6-47BCD2A4F145}" dt="2026-03-25T17:49:55.026" v="401"/>
          <ac:spMkLst>
            <pc:docMk/>
            <pc:sldMk cId="1838115871" sldId="269"/>
            <ac:spMk id="6" creationId="{CA86B4B3-73A3-1305-F6C5-3FDEC1E8DAF3}"/>
          </ac:spMkLst>
        </pc:spChg>
      </pc:sldChg>
      <pc:sldChg chg="new del">
        <pc:chgData name="Nikhitha Nagula" userId="d277bf1397920dc6" providerId="LiveId" clId="{9516613B-9D5F-40FF-9AA6-47BCD2A4F145}" dt="2026-03-25T17:54:53.849" v="408" actId="2696"/>
        <pc:sldMkLst>
          <pc:docMk/>
          <pc:sldMk cId="3286451894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C44F1-4D15-4329-AD21-5FFCFAB9C3B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CDAC0-824D-4A0F-BF64-7BC5A92F3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15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AC0-824D-4A0F-BF64-7BC5A92F3E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698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AC0-824D-4A0F-BF64-7BC5A92F3E0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33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AC0-824D-4A0F-BF64-7BC5A92F3E0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37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CDAC0-824D-4A0F-BF64-7BC5A92F3E0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12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5F6E-DC09-9E32-8449-449366BCE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4228A-C990-38D2-DF68-A1489D5C5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40547-56AC-5874-63FD-A6C20E80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231-AF6C-F075-0E8B-41101944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C6A08-C6E3-3029-5111-2C003F97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57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7F2A-B3C1-CF83-4195-23CA3186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A7C1A-5687-0B23-9422-BADED3A34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CC45-CFE3-9C34-A303-67193952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1243B-A7C5-8CDC-10B5-6DDDD58E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2994-7635-011C-EE18-491D5AC4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7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A7EF-16BB-901E-0389-A75A93DE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6AF24-C6DB-BDAD-AFD2-AE8091629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72335-4171-0C56-8AC1-0EC0651F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54571-71B8-DE88-CF21-06CDE254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CFCB6-C747-23FA-15B2-92454394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89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9B334-D18B-303C-55B6-9DC2C296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0859-FC68-43B2-A385-C11CFF88F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92E25-F27C-A2A4-CE61-C22117977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B562D-4167-1BAC-705A-335EEC47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8D5FC-4138-CE18-A1B4-EF0B53F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F529-2AD5-CC5F-65E5-14F8CDD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30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8712-6CDD-3206-471F-803698D0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71CD6-86A7-4E93-B599-F5AAD88EE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50571-C94A-30BC-D4DA-C6B045A37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09DE4-FF2C-B645-41F2-36E005D07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A68B3-61FB-B61B-24CA-5B4B01975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68866-7BD9-747C-CEA1-F6A0A9EA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F8CAE-A8F8-A6A1-7CE7-B4EF712B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87ECD-AD48-FDFE-BF00-1AF2CDCF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42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7A30-EB58-2705-5A05-885B9C1E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34579-C75A-2E18-B213-5E7AED47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B80BB-C769-09BD-5D30-957A8683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741CA-20FF-63E2-D83C-248E19FF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69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D1FAF-53EC-5DAF-1CB6-E096C56C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7B4E9-EA73-C2F5-0596-F7E3F015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5BE1C-CC1A-5CBF-45C9-6F123E34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41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41F1-FDAF-9C9E-C656-68E989C2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286D7-FE93-9EC1-BEC8-873133E0F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35F4E-ACB8-9EBC-658A-E16D8CD99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4BEA4-5C58-CBBA-834D-F439A4E3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FF3B2-EEEA-6432-3E8B-01DE0744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9D4B-1C33-C2AE-E67D-6A9B93AC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9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0A22-05EE-C3BF-B645-A49879FB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F0FE1-7CBF-A3CB-70A4-83396DC8A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C43D0-6F53-6190-8B76-979B52EC7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7799A-CA2D-5C4B-CAB8-F89477D3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D1DA6-0DE0-1BCB-3082-D8DA9FD5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1AEB5-AC48-4C1A-C698-E6E2F541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47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F8933-FB18-4334-4680-C519C762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83757-B8F4-53E9-591E-443A80277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950B-81E4-986D-D263-AB993FEE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C000-6DB8-250B-E197-EDE95FBB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5B66F-6A73-A5D8-AC0D-A65FCB73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67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0996E-3220-3496-8799-CA5AE1009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B0B31-08A8-8460-F5D2-5277ECE05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586C0-A6BE-834F-8737-AD688FF7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57CD1-9F7E-2D4F-8A4D-4DF7124B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1A67F-B560-A77A-6552-AF6ECDAC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03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AAA45-AD77-1A4C-0FAE-25FB12A4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A6917-1EEC-D897-5268-019C9891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DAD79-B3AE-75FA-3A1D-C3B786D4AB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2A4B2-7012-441B-B146-456F59C0AD7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89994-45F4-0A6A-678F-3993A95CA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7099C-D0B1-0551-5DF2-C4F515B3E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E95B6-26BC-4E04-B442-243C0273E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21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B41D-59F5-217A-B903-302D0CF83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686" y="1122362"/>
            <a:ext cx="9590314" cy="285092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E-COMMERCE SALES &amp; CUSTOMER DATA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069B3-627B-2D2D-0CBB-A0D827676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2942" y="3602038"/>
            <a:ext cx="3995057" cy="184081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:-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Nagula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vaishnavi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2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39AB-FDD7-C1E9-3305-8DECCFF9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CA38EF-2F55-2130-721A-93ABB4ACFA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257" y="1312373"/>
            <a:ext cx="1042851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is growing globally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data analysis to understand: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Sales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Customer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global sales data using Power BI </a:t>
            </a:r>
          </a:p>
        </p:txBody>
      </p:sp>
    </p:spTree>
    <p:extLst>
      <p:ext uri="{BB962C8B-B14F-4D97-AF65-F5344CB8AC3E}">
        <p14:creationId xmlns:p14="http://schemas.microsoft.com/office/powerpoint/2010/main" val="194257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53AE-DDC2-83DC-33B5-E1A2B2E4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530225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4436FD9-5820-BEAE-F316-74F65457767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1" r="1275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B9B7-7084-E148-C320-792805F2A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88571"/>
            <a:ext cx="3932237" cy="478041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global e-commerce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sales, customers, and regions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Power BI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dashboards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5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F078-7585-6FCA-0D85-DD8033E9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580189" cy="95144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FA2E0F4-D530-796C-6B19-2F41AF95E37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" t="21792" r="1762"/>
          <a:stretch>
            <a:fillRect/>
          </a:stretch>
        </p:blipFill>
        <p:spPr>
          <a:xfrm>
            <a:off x="5268686" y="1182846"/>
            <a:ext cx="6662056" cy="467820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DBAFAAD-22DC-B0DE-39B4-C61D8291285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3400" y="1624092"/>
            <a:ext cx="423862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products &amp; regions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business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411274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A421-A7C0-04F3-D5CB-287F7315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7913D8-1681-EF85-0C8D-B068F4782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086"/>
            <a:ext cx="9786257" cy="459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8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3E16-3E58-C2AB-FFFD-4B7E51F1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6882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293FE-FF3A-5805-174B-BD8406986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6686" y="1426029"/>
            <a:ext cx="4593771" cy="4974771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 chart represents the trend of total sales over the years.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were high in 2023, showing strong business performance.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2024, sales decreased, indicating a temporary decline in demand or market conditions.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2025, sales increased again, showing recovery and growth.</a:t>
            </a:r>
          </a:p>
          <a:p>
            <a:endParaRPr lang="en-IN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A5DA4788-13A9-A401-B1F5-F19B7CC0D6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0" t="-1" r="5074" b="-163"/>
          <a:stretch>
            <a:fillRect/>
          </a:stretch>
        </p:blipFill>
        <p:spPr>
          <a:xfrm>
            <a:off x="5473700" y="76200"/>
            <a:ext cx="6464300" cy="579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0C66-4A84-4127-ED3F-5F249473C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022669" cy="664029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ANALYSIS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7EF3EDA-A4C2-6DB1-92B3-61EC58CAAAF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8" r="8578"/>
          <a:stretch>
            <a:fillRect/>
          </a:stretch>
        </p:blipFill>
        <p:spPr>
          <a:xfrm>
            <a:off x="6466116" y="987425"/>
            <a:ext cx="5442855" cy="487362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691A622-4977-78B2-12AA-882B5D5AF5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11629" y="1081622"/>
            <a:ext cx="532311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Europe has highest sales (137K)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North America is second (134K)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Asia Pacific shows good growth      (122K)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South America has lower sales (46K)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Middle East &amp; Africa also low (46K)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Top regions: Europe &amp; North America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Other regions need improvemen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03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7B86-5200-A991-FFF7-3B958F60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282441" cy="506413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DISTRIBUTION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1BEB46D-008F-DE61-B56B-E241D7313C2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" t="-521" r="8570" b="357"/>
          <a:stretch>
            <a:fillRect/>
          </a:stretch>
        </p:blipFill>
        <p:spPr>
          <a:xfrm>
            <a:off x="6836228" y="963613"/>
            <a:ext cx="4823959" cy="488156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1BC28BA-57BB-62E5-C34F-B1BE6C139D5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88570" y="963613"/>
            <a:ext cx="527957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Furniture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highest sales (52.89%)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second (28.79%)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Clothing &amp; Accessories contribute moderately (14.32%)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Office Supplies have lowest share (4%)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Technology dominates overall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Other categories show growth potential </a:t>
            </a:r>
          </a:p>
        </p:txBody>
      </p:sp>
    </p:spTree>
    <p:extLst>
      <p:ext uri="{BB962C8B-B14F-4D97-AF65-F5344CB8AC3E}">
        <p14:creationId xmlns:p14="http://schemas.microsoft.com/office/powerpoint/2010/main" val="3794241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6312-D0D9-BB36-6810-E953AA83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788" y="87086"/>
            <a:ext cx="7825241" cy="901926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DD03FF-6303-5755-3B18-77FBB28CB3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8" t="2411" r="4296" b="-164"/>
          <a:stretch>
            <a:fillRect/>
          </a:stretch>
        </p:blipFill>
        <p:spPr>
          <a:xfrm>
            <a:off x="5769428" y="1104900"/>
            <a:ext cx="6168571" cy="476408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2EEB88A-39E3-8B01-1845-6CE5D4EC1F3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07571" y="1032298"/>
            <a:ext cx="476794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Furniture gives highest profit (~80K)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second (~50K)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Clothing &amp; Accessories show moderate profit (~30K)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have lowest profit (~10K)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Furniture is most profitable 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need improvement </a:t>
            </a:r>
          </a:p>
        </p:txBody>
      </p:sp>
    </p:spTree>
    <p:extLst>
      <p:ext uri="{BB962C8B-B14F-4D97-AF65-F5344CB8AC3E}">
        <p14:creationId xmlns:p14="http://schemas.microsoft.com/office/powerpoint/2010/main" val="223209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3090F9-B57F-7530-26DD-580DC4C2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226526" cy="642257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E00195-58E8-CCF8-1973-AB8E27565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514" y="1576411"/>
            <a:ext cx="5117874" cy="369565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AE8376-0A31-E3FB-3A14-1ECF6652D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382485"/>
            <a:ext cx="5400902" cy="5192485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Top 5 customers by total sales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 Jackson is highest contributor (~22.83%)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Hanna Jones is second (~22.7%)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customers contribute similar shares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distribution is balanced among top customers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customer dominates completely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29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AF25CF-B16C-8212-F32B-42C6A185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3" y="82096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AEBB1D-9A45-BD43-D9F0-CF18A2E57E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943" y="1252502"/>
            <a:ext cx="10112828" cy="4864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decreased in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recovered in 2025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regions contribute more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products perform better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endParaRPr lang="en-US" alt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high-performing regions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low-performing categories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customer retention strategies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marketing to boost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22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09F588-4147-1791-3A59-95253417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0CC30E6-12E2-2676-D6FB-714934FE7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9789"/>
            <a:ext cx="1042851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dashboards using Microsoft Power BI Desktop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sales trends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customer behavior and contribution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Helped in identifying top-performing areas and weak segments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data-driven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improving business strategies and growth </a:t>
            </a:r>
          </a:p>
        </p:txBody>
      </p:sp>
    </p:spTree>
    <p:extLst>
      <p:ext uri="{BB962C8B-B14F-4D97-AF65-F5344CB8AC3E}">
        <p14:creationId xmlns:p14="http://schemas.microsoft.com/office/powerpoint/2010/main" val="4075224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157A26-9B99-795B-9AF1-C292EC9E1380}"/>
              </a:ext>
            </a:extLst>
          </p:cNvPr>
          <p:cNvSpPr txBox="1"/>
          <p:nvPr/>
        </p:nvSpPr>
        <p:spPr>
          <a:xfrm>
            <a:off x="1436913" y="1328057"/>
            <a:ext cx="10014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9BB09-58B9-152A-E4AE-F997A26CAD05}"/>
              </a:ext>
            </a:extLst>
          </p:cNvPr>
          <p:cNvSpPr/>
          <p:nvPr/>
        </p:nvSpPr>
        <p:spPr>
          <a:xfrm>
            <a:off x="304801" y="391886"/>
            <a:ext cx="11582400" cy="61068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6B4B3-73A3-1305-F6C5-3FDEC1E8DAF3}"/>
              </a:ext>
            </a:extLst>
          </p:cNvPr>
          <p:cNvSpPr/>
          <p:nvPr/>
        </p:nvSpPr>
        <p:spPr>
          <a:xfrm>
            <a:off x="1219199" y="1636576"/>
            <a:ext cx="9927773" cy="177437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1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405</Words>
  <Application>Microsoft Office PowerPoint</Application>
  <PresentationFormat>Widescreen</PresentationFormat>
  <Paragraphs>102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GLOBAL E-COMMERCE SALES &amp; CUSTOMER DATA </vt:lpstr>
      <vt:lpstr>INTRODUCTION</vt:lpstr>
      <vt:lpstr>OVERVIEW</vt:lpstr>
      <vt:lpstr>OBJECTIVES</vt:lpstr>
      <vt:lpstr>KEY PERFORMANCE INDICATORS (KPIS)</vt:lpstr>
      <vt:lpstr>SALES TREND</vt:lpstr>
      <vt:lpstr>REGION ANALYSIS</vt:lpstr>
      <vt:lpstr>CATEGORY DISTRIBUTION</vt:lpstr>
      <vt:lpstr>PROFIT ANALYSIS</vt:lpstr>
      <vt:lpstr>CUSTOMER ANALYSIS </vt:lpstr>
      <vt:lpstr>INSIGHTS AND RECOMMENDATION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Nikhitha Nagula</dc:creator>
  <cp:lastModifiedBy>Nikhitha Nagula</cp:lastModifiedBy>
  <cp:revision>1</cp:revision>
  <dcterms:created xsi:type="dcterms:W3CDTF">2026-03-23T12:51:56Z</dcterms:created>
  <dcterms:modified xsi:type="dcterms:W3CDTF">2026-03-25T18:01:09Z</dcterms:modified>
</cp:coreProperties>
</file>